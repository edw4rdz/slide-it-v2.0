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&amp;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212080" y="1097280"/>
            <a:ext cx="30175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for Hoja1 using    Name    and  Age 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&amp; Summary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Chart for Hoja1 using    Name    and  Age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2025-12-05T06:11:46Z</dcterms:created>
  <dcterms:modified xsi:type="dcterms:W3CDTF">2025-12-05T06:11:46Z</dcterms:modified>
</cp:coreProperties>
</file>